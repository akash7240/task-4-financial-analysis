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B2076-F844-46AD-8AB4-374A046EE9D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232DFF46-DD62-4506-8179-87DE90D588F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894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B2076-F844-46AD-8AB4-374A046EE9D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DFF46-DD62-4506-8179-87DE90D588F7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760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B2076-F844-46AD-8AB4-374A046EE9D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DFF46-DD62-4506-8179-87DE90D588F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1998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B2076-F844-46AD-8AB4-374A046EE9D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DFF46-DD62-4506-8179-87DE90D588F7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325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B2076-F844-46AD-8AB4-374A046EE9D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DFF46-DD62-4506-8179-87DE90D588F7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792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B2076-F844-46AD-8AB4-374A046EE9D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DFF46-DD62-4506-8179-87DE90D588F7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6726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B2076-F844-46AD-8AB4-374A046EE9D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DFF46-DD62-4506-8179-87DE90D58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430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B2076-F844-46AD-8AB4-374A046EE9D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DFF46-DD62-4506-8179-87DE90D588F7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0887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A76B2076-F844-46AD-8AB4-374A046EE9D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DFF46-DD62-4506-8179-87DE90D588F7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569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B2076-F844-46AD-8AB4-374A046EE9D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DFF46-DD62-4506-8179-87DE90D588F7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2168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B2076-F844-46AD-8AB4-374A046EE9D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DFF46-DD62-4506-8179-87DE90D588F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31573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E2AFF-606D-3886-D0F2-D0F1631EB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D1902F-666B-E5D6-B290-E369C72E6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3E38F-B20E-FD0B-D84F-215672F50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B2076-F844-46AD-8AB4-374A046EE9D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8A1EF-2BA7-A2BC-F9D4-1AF38C181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40C0B-BD7E-4878-D852-5AE310307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DFF46-DD62-4506-8179-87DE90D58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248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B2076-F844-46AD-8AB4-374A046EE9D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232DFF46-DD62-4506-8179-87DE90D588F7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859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03374-750F-7D5B-D458-6BA0A79FFB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/>
              <a:t>Financial Performance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C3C06B-13CA-9FCB-4C04-8E1F143830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Generated via VBA • KPIs Included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896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FE984-A45C-87D8-6D1F-F6ED4F4C4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Key Performance Indicators (KPIs)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26514-38EC-8FB9-1261-7CE71B68EC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Total Market Cap: 13.25 Trillion</a:t>
            </a:r>
          </a:p>
          <a:p>
            <a:r>
              <a:rPr lang="en-US" dirty="0"/>
              <a:t>• Total Quarterly Sales: 1.75 Trillion</a:t>
            </a:r>
          </a:p>
          <a:p>
            <a:r>
              <a:rPr lang="en-US" dirty="0"/>
              <a:t>• Growth Leaders: Reliance, TCS, HDFC Bank</a:t>
            </a:r>
          </a:p>
          <a:p>
            <a:r>
              <a:rPr lang="en-US" dirty="0"/>
              <a:t>• Sales Leaders: IOC, Reliance, Tata Motors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5661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70EA2-506A-ADCF-1685-BC9D154C0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Market Cap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4F98B5-7AD3-7E7E-8348-E72FE1B7DD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TCS and HDFC Bank show high valuation with moderate sales.</a:t>
            </a:r>
          </a:p>
          <a:p>
            <a:r>
              <a:rPr lang="en-US"/>
              <a:t>• Reliance Industries leads in both market cap and operational scale.</a:t>
            </a:r>
          </a:p>
          <a:p>
            <a:r>
              <a:rPr lang="en-US"/>
              <a:t>• Market cap varies significantly by industry.</a:t>
            </a:r>
          </a:p>
          <a:p>
            <a:r>
              <a:rPr lang="en-US"/>
              <a:t>• Large Cap companies dominate investor confidence.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635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E68C8-A4AB-63DA-5E7E-0C22EF198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Sales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82E42-0136-8F84-4F07-3066A7E05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IOC leads in quarterly sales volume.</a:t>
            </a:r>
          </a:p>
          <a:p>
            <a:r>
              <a:rPr lang="en-US"/>
              <a:t>• Oil &amp; Gas companies dominate in revenue generation.</a:t>
            </a:r>
          </a:p>
          <a:p>
            <a:r>
              <a:rPr lang="en-US"/>
              <a:t>• Tech &amp; Finance companies generate lower sales but higher valuation.</a:t>
            </a:r>
          </a:p>
          <a:p>
            <a:r>
              <a:rPr lang="en-US"/>
              <a:t>• Sales are evenly distributed across categories.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301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A44B2-ADA0-ACDC-0D18-FD6CE5C3E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Combined Performance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3EFF7E-3B9E-F018-640E-050E726B3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High sales do not always equal high market cap.</a:t>
            </a:r>
          </a:p>
          <a:p>
            <a:r>
              <a:rPr lang="en-US"/>
              <a:t>• Industry type affects valuation more than revenue.</a:t>
            </a:r>
          </a:p>
          <a:p>
            <a:r>
              <a:rPr lang="en-US"/>
              <a:t>• Segment distribution is balanced across all categories.</a:t>
            </a:r>
          </a:p>
          <a:p>
            <a:r>
              <a:rPr lang="en-US"/>
              <a:t>• Reliance appears consistently strong across all metrics.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508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07F4-0F06-51D2-5ACB-E54214FCC0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C26D0F-BD53-62B6-C789-3433C74F0B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 </a:t>
            </a:r>
            <a:r>
              <a:rPr lang="en-US"/>
              <a:t>Akash.A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077882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180</Words>
  <Application>Microsoft Office PowerPoint</Application>
  <PresentationFormat>Widescreen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Gallery</vt:lpstr>
      <vt:lpstr>Financial Performance Analysis</vt:lpstr>
      <vt:lpstr>Key Performance Indicators (KPIs)</vt:lpstr>
      <vt:lpstr>Market Cap Insights</vt:lpstr>
      <vt:lpstr>Sales Insights</vt:lpstr>
      <vt:lpstr>Combined Performance Insights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AKASH A</dc:creator>
  <cp:lastModifiedBy>AKASH A</cp:lastModifiedBy>
  <cp:revision>1</cp:revision>
  <dcterms:created xsi:type="dcterms:W3CDTF">2025-11-19T16:56:45Z</dcterms:created>
  <dcterms:modified xsi:type="dcterms:W3CDTF">2025-11-19T16:57:32Z</dcterms:modified>
</cp:coreProperties>
</file>